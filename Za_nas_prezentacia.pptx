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За нас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Презентация за проект за засаждане на дръвчета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Кои сме 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Екип, посветен на възстановяването на природата чрез засаждане на дръвчета.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Нашата мисия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Да създаваме по-зелени пространства,</a:t>
            </a:r>
          </a:p>
          <a:p>
            <a:r>
              <a:t>да подобряваме въздуха</a:t>
            </a:r>
          </a:p>
          <a:p>
            <a:r>
              <a:t>и да вдъхновяваме хората да се грижат за природата.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Какво ни отличава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Устойчив подход</a:t>
            </a:r>
          </a:p>
          <a:p>
            <a:r>
              <a:t>- Внимание към детайла</a:t>
            </a:r>
          </a:p>
          <a:p>
            <a:r>
              <a:t>- Обединяване на общности</a:t>
            </a:r>
          </a:p>
          <a:p>
            <a:r>
              <a:t>- Реални резултати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Нашето обещание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Повече дървета. По-чист въздух.</a:t>
            </a:r>
          </a:p>
          <a:p>
            <a:r>
              <a:t>По-добро бъдеще за всички.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